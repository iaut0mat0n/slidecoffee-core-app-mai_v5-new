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D946E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[Campaign Name] - Q1 2025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 and KPI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goal and KPI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definition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overview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Psychographics and behaviors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to address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channels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SEO/SEM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Advertising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messaging theme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guidelines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types and formats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Call-to-action strategy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campaign budget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Channel-by-channel breakdown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reserve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 Creative development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3-4: Launch phase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5-8: Optimization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9-12: Scale &amp; measure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approval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</dc:title>
  <dc:subject>Marketing campaign strategy presentation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