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2024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for next month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1: Value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2: Value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06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Target: X%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Target: X%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data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project completion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improvement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milestone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identified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implemented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achieved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Utilization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spend vs allocated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utilization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metrics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Month Focus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 for quarterly goals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SlideCoffee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Report</dc:title>
  <dc:subject>Monthly progress and metrics report</dc:subject>
  <dc:creator>SlideCoffee</dc:creator>
  <cp:lastModifiedBy>SlideCoffee</cp:lastModifiedBy>
  <cp:revision>1</cp:revision>
  <dcterms:created xsi:type="dcterms:W3CDTF">2025-11-25T08:12:59Z</dcterms:created>
  <dcterms:modified xsi:type="dcterms:W3CDTF">2025-11-25T08:12:59Z</dcterms:modified>
</cp:coreProperties>
</file>