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for [Client Name]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[Your Company]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Your Needs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 you mentioned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 we identified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of these issues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outcomes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address challenge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address challenge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value we provide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approach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client success story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achieved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to value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testimonial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savings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increase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value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Discovery &amp; Setup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Implementation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Training &amp; Adoption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Optimization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this proposal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follow-up call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onboarding process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started!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SlideCoffee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Proposal</dc:title>
  <dc:subject>Professional sales proposal template</dc:subject>
  <dc:creator>SlideCoffee</dc:creator>
  <cp:lastModifiedBy>SlideCoffee</cp:lastModifiedBy>
  <cp:revision>1</cp:revision>
  <dcterms:created xsi:type="dcterms:W3CDTF">2025-11-25T08:12:59Z</dcterms:created>
  <dcterms:modified xsi:type="dcterms:W3CDTF">2025-11-25T08:12:59Z</dcterms:modified>
</cp:coreProperties>
</file>