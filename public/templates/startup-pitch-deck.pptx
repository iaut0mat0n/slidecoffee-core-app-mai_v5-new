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[Industry] with Innovation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 1 that your target market faces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 2 that creates opportunity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solutions are inadequate because...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is ready for disruption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the problem uniquely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differentiators from competitors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or approach advantages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is the right time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TAM: $X Billion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SOM: $X Million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Segment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00600" y="118872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SAM: $X Billion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Rate: X% CAGR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Segment 2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strategy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Milestones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 1: Growth percentage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 2: User/customer count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achievements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secured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amount requested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 breakdown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to next milestone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email@company.com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SlideCoffee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Pitch Deck</dc:title>
  <dc:subject>Professional pitch deck for startup fundraising</dc:subject>
  <dc:creator>SlideCoffee</dc:creator>
  <cp:lastModifiedBy>SlideCoffee</cp:lastModifiedBy>
  <cp:revision>1</cp:revision>
  <dcterms:created xsi:type="dcterms:W3CDTF">2025-11-25T08:12:59Z</dcterms:created>
  <dcterms:modified xsi:type="dcterms:W3CDTF">2025-11-25T08:12:59Z</dcterms:modified>
</cp:coreProperties>
</file>