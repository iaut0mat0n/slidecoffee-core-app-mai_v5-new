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2024 Quarterly Report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 addressed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MRR: $XXX,XXX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Churn: X.X%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 $X,XXX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600" y="118872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Growth: +XX%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CAC: $XXX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Runway: XX months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Updates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launch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launch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feedback insights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progress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hires and roles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size update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operational improvements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initiatives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 for next quarter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 for next quarter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needed from investors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Reach out anytime.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SlideCoffee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Update</dc:title>
  <dc:subject>Monthly/quarterly investor update template</dc:subject>
  <dc:creator>SlideCoffee</dc:creator>
  <cp:lastModifiedBy>SlideCoffee</cp:lastModifiedBy>
  <cp:revision>1</cp:revision>
  <dcterms:created xsi:type="dcterms:W3CDTF">2025-11-25T08:12:59Z</dcterms:created>
  <dcterms:modified xsi:type="dcterms:W3CDTF">2025-11-25T08:12:59Z</dcterms:modified>
</cp:coreProperties>
</file>