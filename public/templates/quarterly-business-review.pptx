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Business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 &amp; Strategic Outlook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achievement vs target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wins and accomplishments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overcome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 changes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$X.XM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XX%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Target: +X%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EBITDA: $XXX,XXX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Comparison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acquired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rate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Promoter Score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 resolution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changes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satisfaction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metrics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 and how addressed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 and learnings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improvements made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 steps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Priorities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 1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 2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requirements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momentum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</dc:title>
  <dc:subject>Comprehensive quarterly business performance review</dc:subject>
  <dc:creator>SlideCoffee</dc:creator>
  <cp:lastModifiedBy>SlideCoffee</cp:lastModifiedBy>
  <cp:revision>1</cp:revision>
  <dcterms:created xsi:type="dcterms:W3CDTF">2025-11-25T08:12:59Z</dcterms:created>
  <dcterms:modified xsi:type="dcterms:W3CDTF">2025-11-25T08:12:59Z</dcterms:modified>
</cp:coreProperties>
</file>