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Title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Name | Duration: X Hours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learn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you will develop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areas covered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Attend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 description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 if any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level recommended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relevance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Outline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Introduction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Core Concepts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Practical Application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4: Advanced Topics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5: Assessment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Methods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lectures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materials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discussions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006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exercises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projects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6459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course transformed how I approach my work"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Previous Student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process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materials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session preparation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Contact us!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SlideCoffee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</dc:title>
  <dc:subject>Educational course or training overview</dc:subject>
  <dc:creator>SlideCoffee</dc:creator>
  <cp:lastModifiedBy>SlideCoffee</cp:lastModifiedBy>
  <cp:revision>1</cp:revision>
  <dcterms:created xsi:type="dcterms:W3CDTF">2025-11-25T08:12:59Z</dcterms:created>
  <dcterms:modified xsi:type="dcterms:W3CDTF">2025-11-25T08:12:59Z</dcterms:modified>
</cp:coreProperties>
</file>